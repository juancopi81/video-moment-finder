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7630f972e4123" /><Relationship Type="http://schemas.openxmlformats.org/officeDocument/2006/relationships/extended-properties" Target="/docProps/app.xml" Id="Re6e5f575991b4853" /><Relationship Type="http://schemas.openxmlformats.org/officeDocument/2006/relationships/officeDocument" Target="/ppt/presentation.xml" Id="R2defcf3342c8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217a81bfc420f"/>
  </p:sldMasterIdLst>
  <p:notesMasterIdLst>
    <p:notesMasterId xmlns:r="http://schemas.openxmlformats.org/officeDocument/2006/relationships" r:id="R30ed72d0d4494814"/>
  </p:notesMasterIdLst>
  <p:sldIdLst>
    <p:sldId xmlns:r="http://schemas.openxmlformats.org/officeDocument/2006/relationships" id="256" r:id="R6933d3d589454a84"/>
    <p:sldId xmlns:r="http://schemas.openxmlformats.org/officeDocument/2006/relationships" id="257" r:id="R4d19498e16ec4419"/>
    <p:sldId xmlns:r="http://schemas.openxmlformats.org/officeDocument/2006/relationships" id="258" r:id="Rb3fed9d6ce0845da"/>
    <p:sldId xmlns:r="http://schemas.openxmlformats.org/officeDocument/2006/relationships" id="259" r:id="Rb0eaae0ae5a94976"/>
    <p:sldId xmlns:r="http://schemas.openxmlformats.org/officeDocument/2006/relationships" id="260" r:id="R8e0b263fd5fd49e2"/>
    <p:sldId xmlns:r="http://schemas.openxmlformats.org/officeDocument/2006/relationships" id="261" r:id="R9c3303a0425641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c5ee67d96e4487" /><Relationship Type="http://schemas.openxmlformats.org/officeDocument/2006/relationships/slideMaster" Target="/ppt/slideMasters/slideMaster1.xml" Id="Rf7d217a81bfc420f" /><Relationship Type="http://schemas.openxmlformats.org/officeDocument/2006/relationships/notesMaster" Target="/ppt/notesMasters/notesMaster1.xml" Id="R30ed72d0d4494814" /><Relationship Type="http://schemas.openxmlformats.org/officeDocument/2006/relationships/presProps" Target="/ppt/presProps.xml" Id="R9fa5e1c54edb41dc" /><Relationship Type="http://schemas.openxmlformats.org/officeDocument/2006/relationships/tableStyles" Target="/ppt/tableStyles.xml" Id="R4d80b6a8ff004caf" /><Relationship Type="http://schemas.openxmlformats.org/officeDocument/2006/relationships/slide" Target="/ppt/slides/slide1.xml" Id="R6933d3d589454a84" /><Relationship Type="http://schemas.openxmlformats.org/officeDocument/2006/relationships/slide" Target="/ppt/slides/slide2.xml" Id="R4d19498e16ec4419" /><Relationship Type="http://schemas.openxmlformats.org/officeDocument/2006/relationships/slide" Target="/ppt/slides/slide3.xml" Id="Rb3fed9d6ce0845da" /><Relationship Type="http://schemas.openxmlformats.org/officeDocument/2006/relationships/slide" Target="/ppt/slides/slide4.xml" Id="Rb0eaae0ae5a94976" /><Relationship Type="http://schemas.openxmlformats.org/officeDocument/2006/relationships/slide" Target="/ppt/slides/slide5.xml" Id="R8e0b263fd5fd49e2" /><Relationship Type="http://schemas.openxmlformats.org/officeDocument/2006/relationships/slide" Target="/ppt/slides/slide6.xml" Id="R9c3303a04256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c1cbdb8b248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8daf815b844e6" /><Relationship Type="http://schemas.openxmlformats.org/officeDocument/2006/relationships/notesMaster" Target="/ppt/notesMasters/notesMaster1.xml" Id="Rf7fcdac8d71f47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7c35be096146b7" /><Relationship Type="http://schemas.openxmlformats.org/officeDocument/2006/relationships/notesMaster" Target="/ppt/notesMasters/notesMaster1.xml" Id="Reb844119c09348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1b21a8f174baa" /><Relationship Type="http://schemas.openxmlformats.org/officeDocument/2006/relationships/notesMaster" Target="/ppt/notesMasters/notesMaster1.xml" Id="Rafbb73c723714d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97666cca54871" /><Relationship Type="http://schemas.openxmlformats.org/officeDocument/2006/relationships/notesMaster" Target="/ppt/notesMasters/notesMaster1.xml" Id="R0de3a94d67df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fc94ee46b4575" /><Relationship Type="http://schemas.openxmlformats.org/officeDocument/2006/relationships/notesMaster" Target="/ppt/notesMasters/notesMaster1.xml" Id="R224667923d0b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bf4bd20f0f4970" /><Relationship Type="http://schemas.openxmlformats.org/officeDocument/2006/relationships/notesMaster" Target="/ppt/notesMasters/notesMaster1.xml" Id="R26efafc19d3a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demonstrates evidence-aware work recap, using an authored fictional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Generated example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Fictional work scenario authored to test the workflow. No customer meeting or real project is represented.</a:t>
            </a:r>
          </a:p>
          <a:p xmlns:a="http://schemas.openxmlformats.org/drawingml/2006/main">
            <a:r>
              <a:t>The sample contains no assigned owner, launch date or measured result.</a:t>
            </a:r>
          </a:p>
          <a:p xmlns:a="http://schemas.openxmlformats.org/drawingml/2006/main">
            <a:r>
              <a:t>s-observation [00:00–00:45; exact seconds 0–45]: Fictional meeting excerpt: repeated support questions suggest that a clearer setup walkthrough could help. No quantified baseline was presented.</a:t>
            </a:r>
          </a:p>
          <a:p xmlns:a="http://schemas.openxmlformats.org/drawingml/2006/main">
            <a:r>
              <a:t>s-proposal [00:45–01:45; exact seconds 45–105]: Fictional meeting excerpt: a participant proposes a new walkthrough for a small pilot. This is a proposal, not approval of a full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statement is source content within the fictional scenario. Do not invent a percentage or quantify a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content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s-observation [00:00–00:45; exact seconds 0–45]: Fictional meeting excerpt: repeated support questions suggest that a clearer setup walkthrough could help. No quantified baseline was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 explicit when presenting. There is no named owner or deadline.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content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s-proposal [00:45–01:45; exact seconds 45–105]: Fictional meeting excerpt: a participant proposes a new walkthrough for a small pilot. This is a proposal, not approval of a full rollout.</a:t>
            </a:r>
          </a:p>
          <a:p xmlns:a="http://schemas.openxmlformats.org/drawingml/2006/main">
            <a:r>
              <a:t>s-decision [01:45–02:25; exact seconds 105–145]: Fictional meeting excerpt: the group agrees to draft a pilot plan before deciding whether to launch. No owner or due date is named.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missing decisions, not errors to fill with invented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content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s-open [02:25–03:00; exact seconds 145–180]: Fictional meeting excerpt: pilot size, success measure and support capacity remain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generated facilitation suggestions, not decisions in the fictional recording. Ask the team to choose, and record actual decisions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Generated example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s-open [02:25–03:00; exact seconds 145–180]: Fictional meeting excerpt: pilot size, success measure and support capacity remain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closing summary preserves the boundary of the source. Do not assign a person or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content</a:t>
            </a:r>
          </a:p>
          <a:p xmlns:a="http://schemas.openxmlformats.org/drawingml/2006/main">
            <a:r>
              <a:t>Source: Original fictional team review</a:t>
            </a:r>
          </a:p>
          <a:p xmlns:a="http://schemas.openxmlformats.org/drawingml/2006/main">
            <a:r>
              <a:t>Coverage: Synthetic · 00:00–03:00</a:t>
            </a:r>
          </a:p>
          <a:p xmlns:a="http://schemas.openxmlformats.org/drawingml/2006/main">
            <a:r>
              <a:t>s-decision [01:45–02:25; exact seconds 105–145]: Fictional meeting excerpt: the group agrees to draft a pilot plan before deciding whether to launch. No owner or due date is named.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4c3c655e441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4552ce56e46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69ce7b0c449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2cf1b397443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63389a60940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1b875bc3d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C79AF-7DC0-4848-BEA3-83B2F58B1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A1EFA2-4E95-4E32-8547-CA44F2F461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13A1F4-628A-4D0F-A704-1AE7ABBEC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FE451-6EEC-4700-8D4C-B5D587ECE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5BF11E-756B-4EF3-AD19-F49C7F3F43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81E8F2-E271-4203-B24B-B201AA00C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8C7E6C-3A71-42AA-AA29-E445F9275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B89155-351F-4390-A968-30B78CC726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C42E8C-FBDF-4306-915A-766C3C9FC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B679E6-3A4D-457B-8305-CECF93297D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4721fe0f314cbd" /><Relationship Type="http://schemas.openxmlformats.org/officeDocument/2006/relationships/slideLayout" Target="/ppt/slideLayouts/slideLayout1.xml" Id="R91f8f2a2f5ea4785" /><Relationship Type="http://schemas.openxmlformats.org/officeDocument/2006/relationships/slideLayout" Target="/ppt/slideLayouts/slideLayout2.xml" Id="R8d9b9bd51dc143c0" /><Relationship Type="http://schemas.openxmlformats.org/officeDocument/2006/relationships/slideLayout" Target="/ppt/slideLayouts/slideLayout3.xml" Id="Ref96a94feb22435c" /><Relationship Type="http://schemas.openxmlformats.org/officeDocument/2006/relationships/slideLayout" Target="/ppt/slideLayouts/slideLayout4.xml" Id="R93d092f1ce024649" /><Relationship Type="http://schemas.openxmlformats.org/officeDocument/2006/relationships/slideLayout" Target="/ppt/slideLayouts/slideLayout5.xml" Id="R68df0a647a3a4695" /><Relationship Type="http://schemas.openxmlformats.org/officeDocument/2006/relationships/slideLayout" Target="/ppt/slideLayouts/slideLayout6.xml" Id="R817bdbbde1ab45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8f2a2f5ea4785"/>
    <p:sldLayoutId xmlns:r="http://schemas.openxmlformats.org/officeDocument/2006/relationships" id="2147483650" r:id="R8d9b9bd51dc143c0"/>
    <p:sldLayoutId xmlns:r="http://schemas.openxmlformats.org/officeDocument/2006/relationships" id="2147483651" r:id="Ref96a94feb22435c"/>
    <p:sldLayoutId xmlns:r="http://schemas.openxmlformats.org/officeDocument/2006/relationships" id="2147483652" r:id="R93d092f1ce024649"/>
    <p:sldLayoutId xmlns:r="http://schemas.openxmlformats.org/officeDocument/2006/relationships" id="2147483653" r:id="R68df0a647a3a4695"/>
    <p:sldLayoutId xmlns:r="http://schemas.openxmlformats.org/officeDocument/2006/relationships" id="2147483654" r:id="R817bdbbde1ab45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036e9960a4391" /><Relationship Type="http://schemas.openxmlformats.org/officeDocument/2006/relationships/notesSlide" Target="/ppt/notesSlides/notesSlide1.xml" Id="R26797036c2a7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e41dc724a4dc5" /><Relationship Type="http://schemas.openxmlformats.org/officeDocument/2006/relationships/notesSlide" Target="/ppt/notesSlides/notesSlide2.xml" Id="Rd6f7b68c8221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d944a73a648b7" /><Relationship Type="http://schemas.openxmlformats.org/officeDocument/2006/relationships/notesSlide" Target="/ppt/notesSlides/notesSlide3.xml" Id="R94337d146c3e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ebe115f184fe5" /><Relationship Type="http://schemas.openxmlformats.org/officeDocument/2006/relationships/notesSlide" Target="/ppt/notesSlides/notesSlide4.xml" Id="R05675f9d407d42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21857fdb047dd" /><Relationship Type="http://schemas.openxmlformats.org/officeDocument/2006/relationships/notesSlide" Target="/ppt/notesSlides/notesSlide5.xml" Id="Ra6fa7f286ee8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bad971ab64a10" /><Relationship Type="http://schemas.openxmlformats.org/officeDocument/2006/relationships/notesSlide" Target="/ppt/notesSlides/notesSlide6.xml" Id="Rfb87d38294cb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8EE68-D093-4135-B2D1-C0456CA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BFCE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FCEE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CEE4"/>
                </a:solidFill>
                <a:latin typeface="Arial"/>
                <a:ea typeface="Arial"/>
                <a:cs typeface="Arial"/>
              </a:rPr>
              <a:t>GENERATED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E74E4-6BF8-4310-8A61-08A88C93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setup walkthrough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EBA7A-2F32-413B-9389-EC170B7E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proposed response to repeated support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B13B6-4FA0-49F3-B605-2E7CFF0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fictional work briefing. No real meeting or customer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CC6DA-F43D-4776-8E86-2062DB80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FCE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FCEE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CE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21887-E8FC-4DC2-89FC-A66FBBE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BFCE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FCEE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EE4"/>
                </a:solidFill>
                <a:latin typeface="Arial"/>
                <a:ea typeface="Arial"/>
                <a:cs typeface="Arial"/>
              </a:rPr>
              <a:t>s-observation 00:00–00:45 · s-proposal 00:45–01:45</a:t>
            </a:r>
          </a:p>
        </p:txBody>
      </p:sp>
    </p:spTree>
    <p:extLst>
      <p:ext uri="{BB962C8B-B14F-4D97-AF65-F5344CB8AC3E}">
        <p14:creationId xmlns:p14="http://schemas.microsoft.com/office/powerpoint/2010/main" val="1490197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EFB4A-D4A4-4310-A8CF-81880753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7A"/>
                </a:solidFill>
                <a:latin typeface="Arial"/>
                <a:ea typeface="Arial"/>
                <a:cs typeface="Arial"/>
              </a:rPr>
              <a:t>SOURCE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C7F12-C50F-41B1-BE71-626AB40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83F"/>
                </a:solidFill>
                <a:latin typeface="Arial"/>
                <a:ea typeface="Arial"/>
                <a:cs typeface="Arial"/>
              </a:rPr>
              <a:t>The reported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F037C-44D6-438A-9149-509B0BE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45BDD"/>
                </a:solidFill>
                <a:latin typeface="Arial"/>
                <a:ea typeface="Arial"/>
                <a:cs typeface="Arial"/>
              </a:rPr>
              <a:t>Repeated setup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87688-6083-4156-BAD1-05264E21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The group described repeated setup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FC26C-4F99-4534-9017-94B4497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The sample gives no count, baseline or evidence of improvement.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DB370-6473-4FF9-A7AE-7E32F0A9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D048F-B59A-4974-902C-103F7A74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s-observation 00:00–00:45</a:t>
            </a:r>
          </a:p>
        </p:txBody>
      </p:sp>
    </p:spTree>
    <p:extLst>
      <p:ext uri="{BB962C8B-B14F-4D97-AF65-F5344CB8AC3E}">
        <p14:creationId xmlns:p14="http://schemas.microsoft.com/office/powerpoint/2010/main" val="124882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DD628-8014-4F2B-A1C6-29B54D16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7A"/>
                </a:solidFill>
                <a:latin typeface="Arial"/>
                <a:ea typeface="Arial"/>
                <a:cs typeface="Arial"/>
              </a:rPr>
              <a:t>SOURCE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35EE5-E7C3-40D5-A1A2-7711F2B5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83F"/>
                </a:solidFill>
                <a:latin typeface="Arial"/>
                <a:ea typeface="Arial"/>
                <a:cs typeface="Arial"/>
              </a:rPr>
              <a:t>Proposal and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CAC35-04F2-41B1-9EDD-0D0C94F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The group approved planning work, not a product launch.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025C8-E72E-4AF8-923E-BB4E349B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BDD"/>
                </a:solidFill>
                <a:latin typeface="Arial"/>
                <a:ea typeface="Arial"/>
                <a:cs typeface="Arial"/>
              </a:rPr>
              <a:t>Proposed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918-5FEF-43BB-8474-0FF7E2B6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Try a clearer walkthrough with a small pilot group.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6E19-69FC-4051-ADED-9F2D8930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3375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Agreed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83AA0-6C55-48B2-8DBA-0B7F331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Draft a pilot plan before deciding whether to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65A5D-B391-48C3-966D-E9E768F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1CD74-7431-4305-ABE9-4B177DE1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s-proposal 00:45–01:45 · s-decision 01:45–02:25</a:t>
            </a:r>
          </a:p>
        </p:txBody>
      </p:sp>
    </p:spTree>
    <p:extLst>
      <p:ext uri="{BB962C8B-B14F-4D97-AF65-F5344CB8AC3E}">
        <p14:creationId xmlns:p14="http://schemas.microsoft.com/office/powerpoint/2010/main" val="808186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C578D-FF82-4613-BABA-5EAE875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7A"/>
                </a:solidFill>
                <a:latin typeface="Arial"/>
                <a:ea typeface="Arial"/>
                <a:cs typeface="Arial"/>
              </a:rPr>
              <a:t>SOURCE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350D1-06A2-4F6D-A972-08FCB7CC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83F"/>
                </a:solidFill>
                <a:latin typeface="Arial"/>
                <a:ea typeface="Arial"/>
                <a:cs typeface="Arial"/>
              </a:rPr>
              <a:t>The unresolved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9C6A9-ACC1-4A51-8987-C4F2FFAA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The source leaves the pilot design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1EAE5-F603-45E2-91F4-47E5F9EE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BDD"/>
                </a:solidFill>
                <a:latin typeface="Arial"/>
                <a:ea typeface="Arial"/>
                <a:cs typeface="Arial"/>
              </a:rPr>
              <a:t>Scope and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0EDF5-25D7-4EE1-9B2D-8C3A474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How large should the pilot be, and who can support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EE68E-852A-46A3-9089-D5266B9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3375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Evidence of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56D86-E855-4E1C-B3DE-1FC63123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What observation would justify continuing or stopping?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71A93-B52E-4B75-AA60-E5BDB1E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AF147-47D6-4400-9D59-895147C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s-open 02:25–03:00</a:t>
            </a:r>
          </a:p>
        </p:txBody>
      </p:sp>
    </p:spTree>
    <p:extLst>
      <p:ext uri="{BB962C8B-B14F-4D97-AF65-F5344CB8AC3E}">
        <p14:creationId xmlns:p14="http://schemas.microsoft.com/office/powerpoint/2010/main" val="491657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0507A-5CE4-406A-9693-9A85890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7A"/>
                </a:solidFill>
                <a:latin typeface="Arial"/>
                <a:ea typeface="Arial"/>
                <a:cs typeface="Arial"/>
              </a:rPr>
              <a:t>GENERATED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641AD-BB34-4F14-9AB3-60A080B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83F"/>
                </a:solidFill>
                <a:latin typeface="Arial"/>
                <a:ea typeface="Arial"/>
                <a:cs typeface="Arial"/>
              </a:rPr>
              <a:t>A possible next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0BDE7-54C6-4A44-ACE9-30679E8C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What would change our decision?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5072F-2A8B-4C4A-8D50-A5D361A1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Select a pilot size that the team can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60397-077A-4A33-8F90-7C8923B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Agree on a baseline and success measure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CFD2E-0012-412A-9A34-1543F02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94F94-48B5-4368-8F4C-A5B160E7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s-open 02:25–03:00</a:t>
            </a:r>
          </a:p>
        </p:txBody>
      </p:sp>
    </p:spTree>
    <p:extLst>
      <p:ext uri="{BB962C8B-B14F-4D97-AF65-F5344CB8AC3E}">
        <p14:creationId xmlns:p14="http://schemas.microsoft.com/office/powerpoint/2010/main" val="1488101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4516D-71FD-48DB-B31E-45ED918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7A"/>
                </a:solidFill>
                <a:latin typeface="Arial"/>
                <a:ea typeface="Arial"/>
                <a:cs typeface="Arial"/>
              </a:rPr>
              <a:t>SOURCE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F1699-5CE6-42D7-80CB-623020B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76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83F"/>
                </a:solidFill>
                <a:latin typeface="Arial"/>
                <a:ea typeface="Arial"/>
                <a:cs typeface="Arial"/>
              </a:rPr>
              <a:t>The decision 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1629-CB01-4A32-8811-811431A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875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245BDD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45BDD"/>
                </a:solidFill>
                <a:latin typeface="Arial"/>
                <a:ea typeface="Arial"/>
                <a:cs typeface="Arial"/>
              </a:rPr>
              <a:t>Plan first. Launch remains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ADDD-18C0-4BB3-B3BE-EF8F2306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Draft the plan before deciding whether to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A5904-DFF2-47C9-A0FD-1F4E6FB7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83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83F"/>
                </a:solidFill>
                <a:latin typeface="Arial"/>
                <a:ea typeface="Arial"/>
                <a:cs typeface="Arial"/>
              </a:rPr>
              <a:t>Owner and deadline are not specified in the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3A77F-C26E-4C29-BD64-F7C4E794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07601-B1E7-4808-9D9E-632CC1FD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A"/>
                </a:solidFill>
                <a:latin typeface="Arial"/>
                <a:ea typeface="Arial"/>
                <a:cs typeface="Arial"/>
              </a:rPr>
              <a:t>s-decision 01:45–02:25</a:t>
            </a:r>
          </a:p>
        </p:txBody>
      </p:sp>
    </p:spTree>
    <p:extLst>
      <p:ext uri="{BB962C8B-B14F-4D97-AF65-F5344CB8AC3E}">
        <p14:creationId xmlns:p14="http://schemas.microsoft.com/office/powerpoint/2010/main" val="558687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2026-10-04T02:21:17.0050000Z</dcterms:created>
  <dcterms:modified xsi:type="dcterms:W3CDTF">2026-10-04T02:21:17.0050000Z</dcterms:modified>
</coreProperties>
</file>